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 y enunciar en una frase el proyecto: una cámara que reconoce posturas de riesgo y avisa cuando nadie socorre a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Datos: OMS 2021 (684 000 caídas mortales al año) y Fleming y Brayne 2008 (cohorte de mayores de 90 años). El tiempo en el suelo es lo que el sistema intenta vigilar.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flujo de izquierda a derecha. Teachable Machine entrena el clasificador sin programar; las reglas en Python deciden cuándo hay alerta.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clases peligrosas son Caida_Inmovilidad y Cama_Peligro. Completar el nombre del dataset y la cantidad de imágenes por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0,95 no es el porcentaje de acierto del modelo: es el nivel de confianza exigido para considerar un peligro.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valores entre corchetes se llenan con el CSV de evaluación (evaluar.html + metricas.py). No presentar cifras que no se hayan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alcance honesto: es un MVP. Mencionar que el audio y la conexión a una API de emergencias son trabajo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14"/>
            <a:ext cx="10566400" cy="448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14"/>
            <a:ext cx="10566400" cy="448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1016000" cy="50800"/>
          </a:xfrm>
          <a:prstGeom prst="rect">
            <a:avLst/>
          </a:prstGeom>
          <a:solidFill>
            <a:srgbClr val="5FD0BC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2242939"/>
            <a:ext cx="10883392" cy="130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de Seguridad Sanitaria con Inteligencia Artificial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726193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de posturas de riesgo con Teachable Machine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46106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Luis Mateo Aguirre Soliz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79629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Universidad Privada Católica Boliviana · Defensa del proyecto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problema: una caída sin nadie que socorra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89"/>
            <a:ext cx="5175250" cy="2166078"/>
          </a:xfrm>
          <a:prstGeom prst="roundRect">
            <a:avLst>
              <a:gd name="adj" fmla="val 4544"/>
            </a:avLst>
          </a:prstGeom>
          <a:solidFill>
            <a:srgbClr val="FFFFFF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822847"/>
            <a:ext cx="480508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684 000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71033" y="2686447"/>
            <a:ext cx="4917017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caídas mortales al año en el mundo (OMS, 2021)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567789"/>
            <a:ext cx="5175250" cy="2166078"/>
          </a:xfrm>
          <a:prstGeom prst="roundRect">
            <a:avLst>
              <a:gd name="adj" fmla="val 4544"/>
            </a:avLst>
          </a:prstGeom>
          <a:solidFill>
            <a:srgbClr val="FFFFFF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5833" y="1822847"/>
            <a:ext cx="480508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de 66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55833" y="2686447"/>
            <a:ext cx="4805087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de 90 años o más que cayeron pasaron una hora o más en el suelo (Fleming y Brayne, 2008)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4041842"/>
            <a:ext cx="1088339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Objetivo: avisar cuando una persona queda caída o en postura de peligro y nadie la socorre.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de Seguridad Sanitaria con IA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1379200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solución: reconocer posturas y decidir con reglas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90"/>
            <a:ext cx="2216150" cy="1853671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822847"/>
            <a:ext cx="175721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033" y="2198754"/>
            <a:ext cx="1757214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Laptop, imagen o video cargado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36900" y="2245717"/>
            <a:ext cx="42672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597275" y="1567790"/>
            <a:ext cx="2216150" cy="1853671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52333" y="1822847"/>
            <a:ext cx="1757214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pose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52333" y="2473061"/>
            <a:ext cx="1757214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Teachable Machine + TensorFlow.js en el navegador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18200" y="2245717"/>
            <a:ext cx="42672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378575" y="1567790"/>
            <a:ext cx="2216150" cy="1853671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3634" y="1822847"/>
            <a:ext cx="175721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33634" y="2198754"/>
            <a:ext cx="1757214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Confianza mayor que 0,95 y peligro sostenido 15 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99500" y="2245717"/>
            <a:ext cx="42672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59875" y="1567790"/>
            <a:ext cx="2216150" cy="1853671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4934" y="1822847"/>
            <a:ext cx="175721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14934" y="2198754"/>
            <a:ext cx="1757214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 de emergencia con datos de la persona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3729434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se ejecuta de forma local: el modelo corre en el navegador y las reglas en un servidor Python.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de Seguridad Sanitaria con IA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modelo: cuatro posturas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15"/>
            <a:ext cx="10566400" cy="2671763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315"/>
          <a:ext cx="10553700" cy="2659063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7492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Qué representa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¿Peligro?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492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Posturas habituales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B657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354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Caida_Inmovilidad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Persona caída e inmóvil en el piso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Sí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2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Cama_Normal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Reposo habitual en la cama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5B657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27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Cama_Peligro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Postura de riesgo en la cama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8A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Sí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41177"/>
            <a:ext cx="108833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Datos: imágenes de un conjunto público de caídas, </a:t>
            </a:r>
            <a:r>
              <a:rPr lang="en-US" sz="15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[dataset y n.º de imágenes]</a:t>
            </a:r>
            <a:r>
              <a:rPr lang="en-US" sz="15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Entrenamiento con el proyecto de pose de Teachable Machine.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de Seguridad Sanitaria con IA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Cuándo se activa la alerta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90"/>
            <a:ext cx="3380317" cy="1869017"/>
          </a:xfrm>
          <a:prstGeom prst="roundRect">
            <a:avLst>
              <a:gd name="adj" fmla="val 5266"/>
            </a:avLst>
          </a:prstGeom>
          <a:solidFill>
            <a:srgbClr val="16273F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822847"/>
            <a:ext cx="295630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5FD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0,95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71033" y="2686447"/>
            <a:ext cx="29563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confianza mínima para que una clase peligrosa cuente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42" y="1567790"/>
            <a:ext cx="3380317" cy="1869017"/>
          </a:xfrm>
          <a:prstGeom prst="roundRect">
            <a:avLst>
              <a:gd name="adj" fmla="val 5266"/>
            </a:avLst>
          </a:prstGeom>
          <a:solidFill>
            <a:srgbClr val="16273F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0900" y="1822847"/>
            <a:ext cx="295630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5FD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660900" y="2686447"/>
            <a:ext cx="29563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peligro sostenido para activar la alerta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09" y="1567790"/>
            <a:ext cx="3380317" cy="1869017"/>
          </a:xfrm>
          <a:prstGeom prst="roundRect">
            <a:avLst>
              <a:gd name="adj" fmla="val 5266"/>
            </a:avLst>
          </a:prstGeom>
          <a:solidFill>
            <a:srgbClr val="16273F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0767" y="1822847"/>
            <a:ext cx="295630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5FD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0,7 s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250767" y="2686447"/>
            <a:ext cx="29563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evaluaciones en cámara y video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744782"/>
            <a:ext cx="10883392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temporizador se reinicia si la postura deja de superar el umbral. En una imagen aislada se informa la predicción sin esperar. El 95 % es un umbral de decisión, no la exactitud del modelo.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de Seguridad Sanitaria con IA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90"/>
            <a:ext cx="5175250" cy="2877013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82284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ya funciona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1391" y="2198756"/>
            <a:ext cx="4727109" cy="201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Cámara, imágenes y videos evaluados sin errores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Persistencia y temporizador comprobables en video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 local con /api/evaluate y /api/reset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Alerta: mensaje de emergencia local, sin API externa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567790"/>
            <a:ext cx="5175250" cy="2877013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5833" y="182284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A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Desempeño (imágenes nuevas)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55833" y="2636641"/>
            <a:ext cx="4665133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833" y="2274956"/>
            <a:ext cx="13924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Sensibilidad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63278" y="2274956"/>
            <a:ext cx="55768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55833" y="3179299"/>
            <a:ext cx="4665133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833" y="2817614"/>
            <a:ext cx="154828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17533" y="2817614"/>
            <a:ext cx="80343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96.4%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55833" y="3767734"/>
            <a:ext cx="4665133" cy="0"/>
          </a:xfrm>
          <a:prstGeom prst="line">
            <a:avLst/>
          </a:prstGeom>
          <a:noFill/>
          <a:ln w="6350">
            <a:solidFill>
              <a:srgbClr val="DC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833" y="3360276"/>
            <a:ext cx="236735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Imágenes de prueba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1367" y="3360276"/>
            <a:ext cx="66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30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5833" y="3872508"/>
            <a:ext cx="480508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por completar con metricas.py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de Seguridad Sanitaria con IA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15"/>
            <a:ext cx="1088339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construyó un prototipo funcional que clasifica cuatro posturas y activa una condición de alerta con reglas de confianza y tiempo.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5975" y="2571090"/>
            <a:ext cx="3380317" cy="1548871"/>
          </a:xfrm>
          <a:prstGeom prst="roundRect">
            <a:avLst>
              <a:gd name="adj" fmla="val 6355"/>
            </a:avLst>
          </a:prstGeom>
          <a:solidFill>
            <a:srgbClr val="16273F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82614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033" y="3171561"/>
            <a:ext cx="2956306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 mínimo viable: la alerta es local, sin conexión a una API externa.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42" y="2571090"/>
            <a:ext cx="3380317" cy="1548871"/>
          </a:xfrm>
          <a:prstGeom prst="roundRect">
            <a:avLst>
              <a:gd name="adj" fmla="val 6355"/>
            </a:avLst>
          </a:prstGeom>
          <a:solidFill>
            <a:srgbClr val="16273F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00" y="282614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Siguiente paso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0900" y="3171561"/>
            <a:ext cx="2956306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el desempeño con más datos y personas.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709" y="2571090"/>
            <a:ext cx="3380317" cy="1548871"/>
          </a:xfrm>
          <a:prstGeom prst="roundRect">
            <a:avLst>
              <a:gd name="adj" fmla="val 6355"/>
            </a:avLst>
          </a:prstGeom>
          <a:solidFill>
            <a:srgbClr val="16273F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767" y="282614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Siguiente paso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0767" y="3171561"/>
            <a:ext cx="2956306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la alerta a un servicio externo y sumar audio.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Cámara de Seguridad Sanitaria con IA ·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ámara de Seguridad Sanitaria con IA – Defensa">
  <a:themeElements>
    <a:clrScheme name="Cámara de Seguridad Sanitaria con IA – Defensa">
      <a:dk1>
        <a:srgbClr val="1B2433"/>
      </a:dk1>
      <a:lt1>
        <a:srgbClr val="F6F4EF"/>
      </a:lt1>
      <a:dk2>
        <a:srgbClr val="525862"/>
      </a:dk2>
      <a:lt2>
        <a:srgbClr val="E0DFDC"/>
      </a:lt2>
      <a:accent1>
        <a:srgbClr val="1F8A78"/>
      </a:accent1>
      <a:accent2>
        <a:srgbClr val="5FD0BC"/>
      </a:accent2>
      <a:accent3>
        <a:srgbClr val="B45309"/>
      </a:accent3>
      <a:accent4>
        <a:srgbClr val="8FA0B8"/>
      </a:accent4>
      <a:accent5>
        <a:srgbClr val="5B6575"/>
      </a:accent5>
      <a:accent6>
        <a:srgbClr val="C9D3E0"/>
      </a:accent6>
      <a:hlink>
        <a:srgbClr val="0563C1"/>
      </a:hlink>
      <a:folHlink>
        <a:srgbClr val="954F72"/>
      </a:folHlink>
    </a:clrScheme>
    <a:fontScheme name="Cámara de Seguridad Sanitaria con IA – Defensa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Cámara de Seguridad Sanitaria con IA – Defensa</dc:title>
  <dc:subject/>
  <dc:creator/>
  <cp:lastModifiedBy/>
  <cp:revision>1</cp:revision>
  <dcterms:created xsi:type="dcterms:W3CDTF">2026-10-17T15:33:37Z</dcterms:created>
  <dcterms:modified xsi:type="dcterms:W3CDTF">2026-10-17T15:33:37Z</dcterms:modified>
</cp:coreProperties>
</file>